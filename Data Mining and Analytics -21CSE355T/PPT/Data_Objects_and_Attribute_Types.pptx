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12-Jan-2026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90034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12-Jan-2026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10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12-Jan-2026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63848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12-Jan-2026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50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12-Jan-2026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4343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12-Jan-2026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7897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12-Jan-2026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433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12-Jan-2026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1288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12-Jan-2026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2908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12-Jan-2026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6745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12-Jan-2026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61936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12-Jan-2026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80121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Unit-1: Data Mining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Objects &amp; Attribute Types</a:t>
            </a:r>
          </a:p>
          <a:p>
            <a:r>
              <a:t>Course: 21CSE355T</a:t>
            </a:r>
          </a:p>
          <a:p>
            <a:r>
              <a:t>Reference: Jiawei Han &amp; Micheline Kamber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Lecture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Understand Data Objects</a:t>
            </a:r>
          </a:p>
          <a:p>
            <a:r>
              <a:t>• Learn Attribute Types</a:t>
            </a:r>
          </a:p>
          <a:p>
            <a:r>
              <a:t>• Importance in Data Mining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 Data Object?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 entity described by attributes</a:t>
            </a:r>
          </a:p>
          <a:p>
            <a:r>
              <a:t>Examples: Student, Patient, Customer</a:t>
            </a:r>
          </a:p>
          <a:p>
            <a:r>
              <a:t>Rows = Objects, Columns = Attributes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Examples of Data Objects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Retail: Customer, Transaction</a:t>
            </a:r>
          </a:p>
          <a:p>
            <a:r>
              <a:t>Healthcare: Patient</a:t>
            </a:r>
          </a:p>
          <a:p>
            <a:r>
              <a:t>Education: Student, Course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an Attribute?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Characteristic of a data object</a:t>
            </a:r>
          </a:p>
          <a:p>
            <a:r>
              <a:t>Also called Feature / Variable / Dimension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Attribute Categories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Qualitative (Categorical)</a:t>
            </a:r>
          </a:p>
          <a:p>
            <a:r>
              <a:t>Quantitative (Numeric)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Nominal Attributes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Categories without order</a:t>
            </a:r>
          </a:p>
          <a:p>
            <a:r>
              <a:t>Examples: Gender, Blood Group, Color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Binary Attributes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Two values: 0/1</a:t>
            </a:r>
          </a:p>
          <a:p>
            <a:r>
              <a:t>Symmetric vs Asymmetric</a:t>
            </a:r>
          </a:p>
          <a:p>
            <a:r>
              <a:t>Example: Fraud Detection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Ordinal Attributes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Ordered categories</a:t>
            </a:r>
          </a:p>
          <a:p>
            <a:r>
              <a:t>No equal difference</a:t>
            </a:r>
          </a:p>
          <a:p>
            <a:r>
              <a:t>Example: Grades, Satisfaction Level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Numeric Attributes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Measured quantities</a:t>
            </a:r>
          </a:p>
          <a:p>
            <a:r>
              <a:t>Interval &amp; Ratio scaled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Interval-Scaled Attributes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Equal intervals, no true zero</a:t>
            </a:r>
          </a:p>
          <a:p>
            <a:r>
              <a:t>Example: Temperature °C, Dates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Ratio-Scaled Attributes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True zero exists</a:t>
            </a:r>
          </a:p>
          <a:p>
            <a:r>
              <a:t>Example: Age, Salary, Weight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Nominal &lt; Ordinal &lt; Interval &lt; Ratio</a:t>
            </a:r>
            <a:endParaRPr lang="en-US" dirty="0"/>
          </a:p>
          <a:p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365403-9841-01F0-0426-D0A09A6BD0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387" y="2391520"/>
            <a:ext cx="8603226" cy="347757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Attribute Types Matter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Preprocessing</a:t>
            </a:r>
          </a:p>
          <a:p>
            <a:r>
              <a:t>Distance Measures</a:t>
            </a:r>
          </a:p>
          <a:p>
            <a:r>
              <a:t>Algorithm Selection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Discussion &amp; Homework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Class Questions</a:t>
            </a:r>
          </a:p>
          <a:p>
            <a:r>
              <a:t>Dataset Attribute Classification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8</TotalTime>
  <Words>204</Words>
  <Application>Microsoft Office PowerPoint</Application>
  <PresentationFormat>On-screen Show (4:3)</PresentationFormat>
  <Paragraphs>51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Calibri</vt:lpstr>
      <vt:lpstr>Calibri Light</vt:lpstr>
      <vt:lpstr>Retrospect</vt:lpstr>
      <vt:lpstr>Unit-1: Data Mining Introduction</vt:lpstr>
      <vt:lpstr>Lecture Objectives</vt:lpstr>
      <vt:lpstr>What is a Data Object?</vt:lpstr>
      <vt:lpstr>Examples of Data Objects</vt:lpstr>
      <vt:lpstr>What is an Attribute?</vt:lpstr>
      <vt:lpstr>Attribute Categories</vt:lpstr>
      <vt:lpstr>Nominal Attributes</vt:lpstr>
      <vt:lpstr>Binary Attributes</vt:lpstr>
      <vt:lpstr>Ordinal Attributes</vt:lpstr>
      <vt:lpstr>Numeric Attributes</vt:lpstr>
      <vt:lpstr>Interval-Scaled Attributes</vt:lpstr>
      <vt:lpstr>Ratio-Scaled Attributes</vt:lpstr>
      <vt:lpstr>Summary Table</vt:lpstr>
      <vt:lpstr>Why Attribute Types Matter</vt:lpstr>
      <vt:lpstr>Discussion &amp; Homework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Anirudha Gaikwad</cp:lastModifiedBy>
  <cp:revision>3</cp:revision>
  <dcterms:created xsi:type="dcterms:W3CDTF">2013-01-27T09:14:16Z</dcterms:created>
  <dcterms:modified xsi:type="dcterms:W3CDTF">2026-01-12T04:10:11Z</dcterms:modified>
  <cp:category/>
</cp:coreProperties>
</file>