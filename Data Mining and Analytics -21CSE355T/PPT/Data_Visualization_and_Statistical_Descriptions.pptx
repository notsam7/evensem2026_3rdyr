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33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4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00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8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8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6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26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7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5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5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12-Jan-2026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80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Unit-1: Data Mining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Visualization &amp; Basic Statistical Descriptions</a:t>
            </a:r>
          </a:p>
          <a:p>
            <a:r>
              <a:t>Course: 21CSE355T</a:t>
            </a:r>
          </a:p>
          <a:p>
            <a:r>
              <a:t>Reference: Han, Kamber, Pei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Importance of Visualization</a:t>
            </a:r>
          </a:p>
          <a:p>
            <a:r>
              <a:t>• Key Visualization Techniques</a:t>
            </a:r>
          </a:p>
          <a:p>
            <a:r>
              <a:t>• Statistical Descriptions</a:t>
            </a:r>
          </a:p>
          <a:p>
            <a:r>
              <a:t>• Role in Data Mining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Visualization &amp;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patterns, outliers, correlations</a:t>
            </a:r>
          </a:p>
          <a:p>
            <a:r>
              <a:t>Foundation of EDA</a:t>
            </a:r>
          </a:p>
          <a:p>
            <a:r>
              <a:t>70–80% effort in data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Principles of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 audience</a:t>
            </a:r>
          </a:p>
          <a:p>
            <a:r>
              <a:t>Define goal</a:t>
            </a:r>
          </a:p>
          <a:p>
            <a:r>
              <a:t>Keep it simple</a:t>
            </a:r>
          </a:p>
          <a:p>
            <a:r>
              <a:t>Choose right chart</a:t>
            </a:r>
          </a:p>
          <a:p>
            <a:r>
              <a:t>Ensure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Techniques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Histogram</a:t>
            </a:r>
          </a:p>
          <a:p>
            <a:r>
              <a:t>Box Plot</a:t>
            </a:r>
          </a:p>
          <a:p>
            <a:r>
              <a:t>Q-Q Plot</a:t>
            </a:r>
          </a:p>
          <a:p>
            <a:r>
              <a:t>Scatter Plot</a:t>
            </a:r>
          </a:p>
          <a:p>
            <a:r>
              <a:t>Others: Heatmap, Pie, Density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distribution of numeric data</a:t>
            </a:r>
          </a:p>
          <a:p>
            <a:r>
              <a:t>Bins &amp; frequencies</a:t>
            </a:r>
          </a:p>
          <a:p>
            <a:r>
              <a:t>Detect skewness, modality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Right skew / Left skew</a:t>
            </a:r>
          </a:p>
          <a:p>
            <a:r>
              <a:t>Bimodal data</a:t>
            </a:r>
          </a:p>
          <a:p>
            <a:r>
              <a:t>Tall bars = high frequency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Five-number summary</a:t>
            </a:r>
          </a:p>
          <a:p>
            <a:r>
              <a:t>Median, Q1, Q3</a:t>
            </a:r>
          </a:p>
          <a:p>
            <a:r>
              <a:t>Outlier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Plot – What it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tendency</a:t>
            </a:r>
          </a:p>
          <a:p>
            <a:r>
              <a:t>Spread (IQR)</a:t>
            </a:r>
          </a:p>
          <a:p>
            <a:r>
              <a:t>Skewness &amp; outliers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Quantile (Q-Q)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Checks distribution shape</a:t>
            </a:r>
          </a:p>
          <a:p>
            <a:r>
              <a:t>Compare with normal distribution</a:t>
            </a:r>
          </a:p>
          <a:p>
            <a:r>
              <a:t>Outlier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relationship between two variables</a:t>
            </a:r>
          </a:p>
          <a:p>
            <a:r>
              <a:t>Correlation, clusters, trends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 Tendency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– sensitive to outliers</a:t>
            </a:r>
          </a:p>
          <a:p>
            <a:r>
              <a:t>Median – robust</a:t>
            </a:r>
          </a:p>
          <a:p>
            <a:r>
              <a:t>Mode – categorical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Dispersion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Range</a:t>
            </a:r>
          </a:p>
          <a:p>
            <a:r>
              <a:t>Variance</a:t>
            </a:r>
          </a:p>
          <a:p>
            <a:r>
              <a:t>Standard Deviation</a:t>
            </a:r>
          </a:p>
          <a:p>
            <a:r>
              <a:t>Interquartile Range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 of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Skewness – asymmetry</a:t>
            </a:r>
          </a:p>
          <a:p>
            <a:r>
              <a:t>Kurtosis – tail heaviness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in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 decisions</a:t>
            </a:r>
          </a:p>
          <a:p>
            <a:r>
              <a:t>Normalization &amp; transformation</a:t>
            </a:r>
          </a:p>
          <a:p>
            <a:r>
              <a:t>Algorithm selection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Visuals + Statistics = Strong EDA</a:t>
            </a:r>
          </a:p>
          <a:p>
            <a:r>
              <a:t>Better models &amp; interpretations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Activity &amp; 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dataset</a:t>
            </a:r>
          </a:p>
          <a:p>
            <a:r>
              <a:t>Draw histogram &amp; box plot</a:t>
            </a:r>
          </a:p>
          <a:p>
            <a:r>
              <a:t>Compute statistics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240</Words>
  <Application>Microsoft Office PowerPoint</Application>
  <PresentationFormat>On-screen Show (4:3)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Calibri</vt:lpstr>
      <vt:lpstr>Calibri Light</vt:lpstr>
      <vt:lpstr>Retrospect</vt:lpstr>
      <vt:lpstr>Unit-1: Data Mining Introduction</vt:lpstr>
      <vt:lpstr>Lecture Objectives</vt:lpstr>
      <vt:lpstr>Why Visualization &amp; Statistics?</vt:lpstr>
      <vt:lpstr>Key Principles of Visualization</vt:lpstr>
      <vt:lpstr>Visualization Techniques Overview</vt:lpstr>
      <vt:lpstr>Histogram</vt:lpstr>
      <vt:lpstr>Histogram Interpretation</vt:lpstr>
      <vt:lpstr>Box Plot</vt:lpstr>
      <vt:lpstr>Box Plot – What it Shows</vt:lpstr>
      <vt:lpstr>Quantile (Q-Q) Plot</vt:lpstr>
      <vt:lpstr>Scatter Plot</vt:lpstr>
      <vt:lpstr>Central Tendency</vt:lpstr>
      <vt:lpstr>Dispersion Measures</vt:lpstr>
      <vt:lpstr>Shape of Distribution</vt:lpstr>
      <vt:lpstr>Why It Matters in Data Mining</vt:lpstr>
      <vt:lpstr>Summary</vt:lpstr>
      <vt:lpstr>Class Activity &amp; Homework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Anirudha Gaikwad</cp:lastModifiedBy>
  <cp:revision>2</cp:revision>
  <dcterms:created xsi:type="dcterms:W3CDTF">2013-01-27T09:14:16Z</dcterms:created>
  <dcterms:modified xsi:type="dcterms:W3CDTF">2026-01-12T04:22:56Z</dcterms:modified>
  <cp:category/>
</cp:coreProperties>
</file>